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a:t>
            </a:r>
          </a:p>
          <a:p>
            <a:r>
              <a:rPr i="0"/>
              <a:t>- Der Pilot beschränkt sich auf einen der vier Fachbereiche. Nur so ist der Kreis klein genug, dass man ihn wirklich einbinden kann.</a:t>
            </a:r>
          </a:p>
          <a:p/>
          <a:p>
            <a:r>
              <a:rPr i="0"/>
              <a:t>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Ich fange an mit den Stakeholdern, die wir eng einbinden müssen.</a:t>
            </a:r>
          </a:p>
          <a:p>
            <a:r>
              <a:rPr i="0"/>
              <a:t>- </a:t>
            </a:r>
            <a:r>
              <a:rPr b="1" i="0"/>
              <a:t>Der Direktor</a:t>
            </a:r>
            <a:r>
              <a:rPr i="0"/>
              <a:t> — laut Impressum persönlich für die redaktionellen Inhalte verantwortlich.</a:t>
            </a:r>
          </a:p>
          <a:p>
            <a:r>
              <a:rPr i="0"/>
              <a:t>- </a:t>
            </a:r>
            <a:r>
              <a:rPr b="1" i="0"/>
              <a:t>Der Pilot-Fachbereich</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Fachbereich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