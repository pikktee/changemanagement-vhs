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Dieser eine Satz leistet zweierlei.</a:t>
            </a:r>
          </a:p>
          <a:p>
            <a:r>
              <a:rPr i="0"/>
              <a:t>- Er hält das Projekt aus dem Hochrisikobereich der KI-Verordnung: Hoch eingestuft wird dort nur, was Menschen bewertet — dieses System bewertet Texte.</a:t>
            </a:r>
          </a:p>
          <a:p>
            <a:r>
              <a:rPr i="0"/>
              <a:t>- Und er ist die Antwort auf die Frage des 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