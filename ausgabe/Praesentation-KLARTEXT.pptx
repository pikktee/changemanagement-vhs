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Und der Maßstab kommt nicht von mir:</a:t>
            </a:r>
            <a:r>
              <a:rPr i="0"/>
              <a:t> Die Liste geht laut Goethe-Institut auf eine Veröffentlichung der Prüfungszentrale des Deutschen Volkshochschul-Verbands zurück. </a:t>
            </a:r>
            <a:r>
              <a:rPr i="1"/>
              <a:t>Die sitzt in Frankfurt — Zufall, aber ein hübscher.</a:t>
            </a:r>
          </a:p>
          <a:p/>
          <a:p>
            <a:r>
              <a:rPr i="0"/>
              <a:t>### Der Kasten unten: die Zeile GRENZEN</a:t>
            </a:r>
          </a:p>
          <a:p>
            <a:r>
              <a:rPr i="0"/>
              <a:t>- „Bewertet Texte, niemals Personen.“ Das Werkzeug liefert Befunde zu Texten, die jemand geschrieben hat.</a:t>
            </a:r>
          </a:p>
          <a:p>
            <a:r>
              <a:rPr i="0"/>
              <a:t>- </a:t>
            </a:r>
            <a:r>
              <a:rPr b="1" i="0">
                <a:solidFill>
                  <a:srgbClr val="A4162B"/>
                </a:solidFill>
              </a:rPr>
              <a:t>Wer die auswertet, bewertet Menschen.</a:t>
            </a:r>
            <a:r>
              <a:rPr i="0"/>
              <a:t> Genau das verbietet der Prompt: keine Statistik, kein Vergleich zwischen Verfasserinnen.</a:t>
            </a:r>
          </a:p>
          <a:p>
            <a:r>
              <a:rPr i="0"/>
              <a:t>- Das ist die Antwort auf die Frage des Personalrats, ob hier Leistung kontrolliert wird.</a:t>
            </a:r>
          </a:p>
          <a:p>
            <a:r>
              <a:rPr i="0"/>
              <a:t>- </a:t>
            </a:r>
            <a:r>
              <a:rPr i="1"/>
              <a:t>Und es ist die Grenze zur KI-Verordnung: Systeme, die die Leistung Beschäftigter bewerten, stuft sie als hochriskant ein.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